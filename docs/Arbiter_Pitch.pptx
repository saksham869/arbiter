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AI BUILDATHON 2026  ·  TRACK 01  ·  AI GROWTH &amp; AGENTIC COMMERCE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propose the sale.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authorize the money.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 — economic authorization for autonomous AI commerce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200400"/>
            <a:ext cx="2423160" cy="914400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28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5B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027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"30% discount"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3493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92424" y="3200400"/>
            <a:ext cx="2423160" cy="914400"/>
          </a:xfrm>
          <a:prstGeom prst="rect">
            <a:avLst/>
          </a:prstGeom>
          <a:solidFill>
            <a:srgbClr val="1A0E0E"/>
          </a:solidFill>
          <a:ln w="25400">
            <a:solidFill>
              <a:srgbClr val="F055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9584" y="3328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36027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843016" y="3493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44768" y="3200400"/>
            <a:ext cx="2423160" cy="914400"/>
          </a:xfrm>
          <a:prstGeom prst="rect">
            <a:avLst/>
          </a:prstGeom>
          <a:solidFill>
            <a:srgbClr val="111A3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3328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36027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authorized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493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7112" y="3200400"/>
            <a:ext cx="2423160" cy="914400"/>
          </a:xfrm>
          <a:prstGeom prst="rect">
            <a:avLst/>
          </a:prstGeom>
          <a:solidFill>
            <a:srgbClr val="111A30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34272" y="33284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34272" y="36027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immutable evidence recorded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908792" cy="502920"/>
          </a:xfrm>
          <a:prstGeom prst="rect">
            <a:avLst/>
          </a:prstGeom>
          <a:solidFill>
            <a:srgbClr val="0D1526"/>
          </a:solidFill>
          <a:ln w="12700">
            <a:solidFill>
              <a:srgbClr val="3DE8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6692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AI is compromised, the money still isn't.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5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can optimize revenue while destroying profit.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6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5B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1,349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price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600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not know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856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830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2402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goods (COGS)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002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 proposes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56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 off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attractive to the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26080"/>
            <a:ext cx="5669280" cy="2606040"/>
          </a:xfrm>
          <a:prstGeom prst="rect">
            <a:avLst/>
          </a:prstGeom>
          <a:solidFill>
            <a:srgbClr val="111A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1089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happens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payment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4747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944.30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840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fees + GST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840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Rs. 22.29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206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of goods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206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Rs. 830.00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590288"/>
            <a:ext cx="52120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4700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 profit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7000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92.01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074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margin: 9.74%   ·   Required: 18%   ·   Shortfall: Rs. 70.19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2926080"/>
            <a:ext cx="49377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5B9B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0723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spc="100" kern="0" dirty="0">
                <a:solidFill>
                  <a:srgbClr val="5B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SEES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33101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revenue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6393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discount = more orders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251960"/>
            <a:ext cx="4937760" cy="1188720"/>
          </a:xfrm>
          <a:prstGeom prst="rect">
            <a:avLst/>
          </a:prstGeom>
          <a:solidFill>
            <a:srgbClr val="0D1526"/>
          </a:solidFill>
          <a:ln w="12700">
            <a:solidFill>
              <a:srgbClr val="3DE8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4398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spc="10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 SEES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4636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economics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4965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fees, COGS, margin floor, return risk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623560"/>
            <a:ext cx="10908792" cy="502920"/>
          </a:xfrm>
          <a:prstGeom prst="rect">
            <a:avLst/>
          </a:prstGeom>
          <a:solidFill>
            <a:srgbClr val="1A0E0E"/>
          </a:solidFill>
          <a:ln w="12700">
            <a:solidFill>
              <a:srgbClr val="F055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5760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optimization without economic authorization is dangerous.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44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 is the authorization layer between AI intent and financial execution.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solidFill>
            <a:srgbClr val="111A30"/>
          </a:solidFill>
          <a:ln w="19050">
            <a:solidFill>
              <a:srgbClr val="C7D2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4081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economics: COGS · margin floor · return risk · inventory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5820" y="1783080"/>
            <a:ext cx="0" cy="192024"/>
          </a:xfrm>
          <a:prstGeom prst="line">
            <a:avLst/>
          </a:prstGeom>
          <a:noFill/>
          <a:ln w="15875">
            <a:solidFill>
              <a:srgbClr val="2230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1975104"/>
            <a:ext cx="411480" cy="411480"/>
          </a:xfrm>
          <a:prstGeom prst="rect">
            <a:avLst/>
          </a:prstGeom>
          <a:solidFill>
            <a:srgbClr val="111A30"/>
          </a:solidFill>
          <a:ln w="19050">
            <a:solidFill>
              <a:srgbClr val="5B9B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06654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9751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try?"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5820" y="2386584"/>
            <a:ext cx="0" cy="192024"/>
          </a:xfrm>
          <a:prstGeom prst="line">
            <a:avLst/>
          </a:prstGeom>
          <a:noFill/>
          <a:ln w="15875">
            <a:solidFill>
              <a:srgbClr val="22305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2578608"/>
            <a:ext cx="411480" cy="411480"/>
          </a:xfrm>
          <a:prstGeom prst="rect">
            <a:avLst/>
          </a:prstGeom>
          <a:solidFill>
            <a:srgbClr val="111A30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7004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6151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you authorized to do it?"  —  ALLOW / GATE / DENY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5820" y="2990088"/>
            <a:ext cx="0" cy="192024"/>
          </a:xfrm>
          <a:prstGeom prst="line">
            <a:avLst/>
          </a:prstGeom>
          <a:noFill/>
          <a:ln w="15875">
            <a:solidFill>
              <a:srgbClr val="22305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3182112"/>
            <a:ext cx="411480" cy="411480"/>
          </a:xfrm>
          <a:prstGeom prst="rect">
            <a:avLst/>
          </a:prstGeom>
          <a:solidFill>
            <a:srgbClr val="111A30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735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182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PASSPORT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2186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Scoped, time-bound, hash-signed authorization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5820" y="3593592"/>
            <a:ext cx="0" cy="192024"/>
          </a:xfrm>
          <a:prstGeom prst="line">
            <a:avLst/>
          </a:prstGeom>
          <a:noFill/>
          <a:ln w="15875">
            <a:solidFill>
              <a:srgbClr val="22305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0080" y="3785616"/>
            <a:ext cx="411480" cy="411480"/>
          </a:xfrm>
          <a:prstGeom prst="rect">
            <a:avLst/>
          </a:prstGeom>
          <a:solidFill>
            <a:srgbClr val="111A3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7705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7856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SERVICE  →  RAZORPAY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8221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+ idempotency check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5820" y="4197096"/>
            <a:ext cx="0" cy="192024"/>
          </a:xfrm>
          <a:prstGeom prst="line">
            <a:avLst/>
          </a:prstGeom>
          <a:noFill/>
          <a:ln w="15875">
            <a:solidFill>
              <a:srgbClr val="22305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solidFill>
            <a:srgbClr val="111A30"/>
          </a:solidFill>
          <a:ln w="19050">
            <a:solidFill>
              <a:srgbClr val="C7D2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4805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IMMUTABLE EVIDENCE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44256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ledger, S3 Object Lock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129784"/>
            <a:ext cx="10908792" cy="566928"/>
          </a:xfrm>
          <a:prstGeom prst="rect">
            <a:avLst/>
          </a:prstGeom>
          <a:solidFill>
            <a:srgbClr val="0D1526"/>
          </a:solidFill>
          <a:ln w="12700">
            <a:solidFill>
              <a:srgbClr val="3DE8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" y="52760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proposes.  Arbiter authorizes.  Razorpay executes.  Ledger proves what happened.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AI get rejected — then replan.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029200" cy="3931920"/>
          </a:xfrm>
          <a:prstGeom prst="rect">
            <a:avLst/>
          </a:prstGeom>
          <a:solidFill>
            <a:srgbClr val="160D0D"/>
          </a:solidFill>
          <a:ln w="19050">
            <a:solidFill>
              <a:srgbClr val="F055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733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"Bundle SHOE-001 + SOCK-3PK at 30% off."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9.74%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609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floor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6609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18%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90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safe discount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9900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22.74%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364992"/>
            <a:ext cx="4572000" cy="0"/>
          </a:xfrm>
          <a:prstGeom prst="line">
            <a:avLst/>
          </a:prstGeom>
          <a:noFill/>
          <a:ln w="12700">
            <a:solidFill>
              <a:srgbClr val="3A22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spc="100" kern="0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   DENY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77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returned: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max_discount_pct = 22.74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09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the constraint and replans: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56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"Switching to 18%, same bundle objective."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2918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REPLANS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520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537960" y="1508760"/>
            <a:ext cx="5029200" cy="3931920"/>
          </a:xfrm>
          <a:prstGeom prst="rect">
            <a:avLst/>
          </a:prstGeom>
          <a:solidFill>
            <a:srgbClr val="0D160D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16733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011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20116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22.61%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 score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70.4 / 100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66560" y="2761488"/>
            <a:ext cx="4572000" cy="0"/>
          </a:xfrm>
          <a:prstGeom prst="line">
            <a:avLst/>
          </a:prstGeom>
          <a:noFill/>
          <a:ln w="12700">
            <a:solidFill>
              <a:srgbClr val="223A2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2889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spc="100" kern="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   ALLOW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33649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Passport authorized: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5844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max_discount: 22.74%   ttl: 5 min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7856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 Rs. 1,106.18   policy_v: 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1605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Razorpay: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order_TVhBe2pu2TkAiI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4800600"/>
            <a:ext cx="4480560" cy="502920"/>
          </a:xfrm>
          <a:prstGeom prst="rect">
            <a:avLst/>
          </a:prstGeom>
          <a:solidFill>
            <a:srgbClr val="0D152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changed its strategy. It did not change the rules.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PLANE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becomes the authorization authority.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6309360" cy="640080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1848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B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4.5 — proposal / reasoning only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4760" y="2148840"/>
            <a:ext cx="0" cy="18288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6309360" cy="640080"/>
          </a:xfrm>
          <a:prstGeom prst="rect">
            <a:avLst/>
          </a:prstGeom>
          <a:solidFill>
            <a:srgbClr val="111A3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414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 GUARDRAILS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974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perimeter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94760" y="2971800"/>
            <a:ext cx="0" cy="18288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54680"/>
            <a:ext cx="6309360" cy="640080"/>
          </a:xfrm>
          <a:prstGeom prst="rect">
            <a:avLst/>
          </a:prstGeom>
          <a:solidFill>
            <a:srgbClr val="111A30"/>
          </a:solidFill>
          <a:ln w="15875">
            <a:solidFill>
              <a:srgbClr val="3DE8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6440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 CONTROL PLANE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2044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MarginEngine · PolicyEngine · Economic Score · Action Passport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3794760"/>
            <a:ext cx="0" cy="18288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77640"/>
            <a:ext cx="6309360" cy="640080"/>
          </a:xfrm>
          <a:prstGeom prst="rect">
            <a:avLst/>
          </a:prstGeom>
          <a:solidFill>
            <a:srgbClr val="111A30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873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 SERVICE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3434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+ idempotency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94760" y="4617720"/>
            <a:ext cx="0" cy="18288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800600"/>
            <a:ext cx="6309360" cy="640080"/>
          </a:xfrm>
          <a:prstGeom prst="rect">
            <a:avLst/>
          </a:prstGeom>
          <a:solidFill>
            <a:srgbClr val="111A30"/>
          </a:solidFill>
          <a:ln w="15875">
            <a:solidFill>
              <a:srgbClr val="C7D2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9103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 —  TEST MODE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23760" y="1508760"/>
            <a:ext cx="4343400" cy="1051560"/>
          </a:xfrm>
          <a:prstGeom prst="rect">
            <a:avLst/>
          </a:prstGeom>
          <a:solidFill>
            <a:srgbClr val="0D1526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16916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LLM authority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0116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financial authorization.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8346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LLM touches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154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Proposal text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4472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Bundle strategy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7398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Replan reasoning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416052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LLM never touches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44805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Margin calculation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77316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Policy decision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0657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Passport issuance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535838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Razorpay credentials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SECURITY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AI will eventually be compromised.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14700" y="1463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2639" y="146304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Guardrails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7850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COGS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14700" y="1828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42639" y="182880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 PolicyEngine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4426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9456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discount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14700" y="2194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2639" y="219456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ceiling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51002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56032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authorization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14700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2639" y="256032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TTL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87578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2608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changed after approval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14700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742639" y="292608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Policy-version binding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4154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29184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/ stale economics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14700" y="3291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42639" y="329184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TOCTOU revalidation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146304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bypass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938260" y="1463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366199" y="146304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re-authorization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177850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182880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execution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938260" y="1828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66199" y="182880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idempotency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14426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219456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5xx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938260" y="2194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366199" y="219456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→ quarantine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251002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256032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Kill-switch bypass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938260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366199" y="256032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enforcement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287578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3640" y="2926080"/>
            <a:ext cx="27816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tampering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938260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366199" y="2926080"/>
            <a:ext cx="22466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 + S3 Object Lock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3241548"/>
            <a:ext cx="534924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37033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14/14</a:t>
            </a:r>
            <a:endParaRPr lang="en-US" sz="26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adversary scenarios passed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42976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9/9</a:t>
            </a:r>
            <a:endParaRPr lang="en-US" sz="2600" dirty="0"/>
          </a:p>
        </p:txBody>
      </p:sp>
      <p:sp>
        <p:nvSpPr>
          <p:cNvPr id="52" name="Text 50"/>
          <p:cNvSpPr txBox="1"/>
          <p:nvPr/>
        </p:nvSpPr>
        <p:spPr>
          <a:xfrm>
            <a:off x="429768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attack scenarios blocked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79552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2600" dirty="0"/>
          </a:p>
        </p:txBody>
      </p:sp>
      <p:sp>
        <p:nvSpPr>
          <p:cNvPr id="54" name="Text 52"/>
          <p:cNvSpPr txBox="1"/>
          <p:nvPr/>
        </p:nvSpPr>
        <p:spPr>
          <a:xfrm>
            <a:off x="795528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40080" y="5074920"/>
            <a:ext cx="10908792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68680" y="52852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"Security controls are testable, observable and explicit."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PASSPORT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receives authority — never credentials.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577840" cy="3200400"/>
          </a:xfrm>
          <a:prstGeom prst="rect">
            <a:avLst/>
          </a:prstGeom>
          <a:solidFill>
            <a:srgbClr val="0D1526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10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PASSPORT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allowed_action: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"DISCOUNT_OFFER"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32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max_discount_pct: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532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22.74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16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authorized_amount: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916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110618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300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policy_version: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300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85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valid_until: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 MINUTES"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69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passport_hash: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"9ed913f4..."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Proposal capability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Economic context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Scoped authorization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154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spc="100" kern="0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NOT HAVE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474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Razorpay credentials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767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Policy modification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0599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Ledger modification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43525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Passport issuance authority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645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Direct execution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908792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3DE8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239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 a capability, not a secret key.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FAILURE HANDLING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systems are defined by what happens when things go wrong.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931920" cy="438912"/>
          </a:xfrm>
          <a:prstGeom prst="rect">
            <a:avLst/>
          </a:prstGeom>
          <a:solidFill>
            <a:srgbClr val="111A30"/>
          </a:solidFill>
          <a:ln w="15875">
            <a:solidFill>
              <a:srgbClr val="C7D2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184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API 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947672"/>
            <a:ext cx="0" cy="128016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75688"/>
            <a:ext cx="3931920" cy="438912"/>
          </a:xfrm>
          <a:prstGeom prst="rect">
            <a:avLst/>
          </a:prstGeom>
          <a:solidFill>
            <a:srgbClr val="111A3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854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 / timeout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514600"/>
            <a:ext cx="0" cy="128016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42616"/>
            <a:ext cx="3931920" cy="438912"/>
          </a:xfrm>
          <a:prstGeom prst="rect">
            <a:avLst/>
          </a:prstGeom>
          <a:solidFill>
            <a:srgbClr val="111A3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7523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3081528"/>
            <a:ext cx="0" cy="128016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09544"/>
            <a:ext cx="3931920" cy="438912"/>
          </a:xfrm>
          <a:prstGeom prst="rect">
            <a:avLst/>
          </a:prstGeom>
          <a:solidFill>
            <a:srgbClr val="111A30"/>
          </a:solidFill>
          <a:ln w="15875">
            <a:solidFill>
              <a:srgbClr val="F055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3192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3648456"/>
            <a:ext cx="0" cy="128016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76472"/>
            <a:ext cx="3931920" cy="438912"/>
          </a:xfrm>
          <a:prstGeom prst="rect">
            <a:avLst/>
          </a:prstGeom>
          <a:solidFill>
            <a:srgbClr val="111A30"/>
          </a:solidFill>
          <a:ln w="15875">
            <a:solidFill>
              <a:srgbClr val="F055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86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HALT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4215384"/>
            <a:ext cx="0" cy="128016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43400"/>
            <a:ext cx="3931920" cy="438912"/>
          </a:xfrm>
          <a:prstGeom prst="rect">
            <a:avLst/>
          </a:prstGeom>
          <a:solidFill>
            <a:srgbClr val="111A3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4531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reconciliation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48646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047488"/>
            <a:ext cx="1874520" cy="384048"/>
          </a:xfrm>
          <a:prstGeom prst="rect">
            <a:avLst/>
          </a:prstGeom>
          <a:solidFill>
            <a:srgbClr val="0D160D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38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CONFIRMED_SUCCESS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97480" y="5047488"/>
            <a:ext cx="1874520" cy="384048"/>
          </a:xfrm>
          <a:prstGeom prst="rect">
            <a:avLst/>
          </a:prstGeom>
          <a:solidFill>
            <a:srgbClr val="160D0D"/>
          </a:solidFill>
          <a:ln w="15875">
            <a:solidFill>
              <a:srgbClr val="F055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5138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CONFIRMED_NOT_FOUND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532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audit event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824728"/>
            <a:ext cx="3931920" cy="457200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934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assume a failed request means no money moved.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1508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controls around it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18745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21671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ten concurrent calls, one effect.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5877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switch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2880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 pauses all autonomous execution.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009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TOCTOU revalidation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593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re-checked at execution time.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40142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re-authorization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43068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cannot bypass the policy.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72744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Immutable audit evidence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50200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chain, S3 Object Lock.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5B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FINANCIAL TRUTH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459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extract financial data. It cannot establish financial truth.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C7D2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 invoice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911096"/>
            <a:ext cx="0" cy="9144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02536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093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Vision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404872"/>
            <a:ext cx="0" cy="9144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96312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5877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 · COGS · confidence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2898648"/>
            <a:ext cx="0" cy="9144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90088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0815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3392424"/>
            <a:ext cx="0" cy="9144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83864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575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3886200"/>
            <a:ext cx="0" cy="9144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77640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69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TRUSTED CATALOG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97480" y="4379976"/>
            <a:ext cx="0" cy="91440"/>
          </a:xfrm>
          <a:prstGeom prst="line">
            <a:avLst/>
          </a:prstGeom>
          <a:noFill/>
          <a:ln w="15875">
            <a:solidFill>
              <a:srgbClr val="223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471416"/>
            <a:ext cx="4114800" cy="402336"/>
          </a:xfrm>
          <a:prstGeom prst="rect">
            <a:avLst/>
          </a:prstGeom>
          <a:solidFill>
            <a:srgbClr val="111A30"/>
          </a:solidFill>
          <a:ln w="15875">
            <a:solidFill>
              <a:srgbClr val="3DE8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628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MarginEngine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57800" y="1508760"/>
            <a:ext cx="6309360" cy="1920240"/>
          </a:xfrm>
          <a:prstGeom prst="rect">
            <a:avLst/>
          </a:prstGeom>
          <a:solidFill>
            <a:srgbClr val="0D1526"/>
          </a:solidFill>
          <a:ln w="19050">
            <a:solidFill>
              <a:srgbClr val="5B9B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169164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5B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INVOICE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0574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0574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SHOE-001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3865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23865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620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7157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27157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0449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30449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REVIEW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257800" y="3657600"/>
            <a:ext cx="6309360" cy="1005840"/>
          </a:xfrm>
          <a:prstGeom prst="rect">
            <a:avLst/>
          </a:prstGeom>
          <a:solidFill>
            <a:srgbClr val="0D1526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38404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extracts.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41879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establish financial truth.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257800" y="48920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differentiates the system from a simple LLM wrapper —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51663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writes directly into the trusted catalog.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+ HONEST RESULTS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measured the system — and the result was negative.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holdout orders   ·   27 control   ·   23 treatment   ·   deterministic ORDER_ID hash split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583680" cy="1417320"/>
          </a:xfrm>
          <a:prstGeom prst="rect">
            <a:avLst/>
          </a:prstGeom>
          <a:solidFill>
            <a:srgbClr val="111A30"/>
          </a:solidFill>
          <a:ln w="12700">
            <a:solidFill>
              <a:srgbClr val="2230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202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9202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212848"/>
            <a:ext cx="61264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1,377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331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1,207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331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− 12.4%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715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494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715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Rs. 474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− 4.2%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1783080"/>
            <a:ext cx="4096512" cy="1417320"/>
          </a:xfrm>
          <a:prstGeom prst="rect">
            <a:avLst/>
          </a:prstGeom>
          <a:solidFill>
            <a:srgbClr val="1A0E0E"/>
          </a:solidFill>
          <a:ln w="12700">
            <a:solidFill>
              <a:srgbClr val="F055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2148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underperformed control.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power: LOW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directional, not causal.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832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category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657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+213.1%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9136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3913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−3.9%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4169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Footwear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4169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05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−18.4%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709160"/>
            <a:ext cx="10908792" cy="685800"/>
          </a:xfrm>
          <a:prstGeom prst="rect">
            <a:avLst/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designed to report failure, not manufacture success.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57784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Razorpay: TEST MODE  ·  no real payments captured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+ PRODUCTION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infrastructure, not a demo script.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606040" cy="3383280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50" kern="0" dirty="0">
                <a:solidFill>
                  <a:srgbClr val="5B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22402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243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4.5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Guardrails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924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extraction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764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replanning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606040" cy="3383280"/>
          </a:xfrm>
          <a:prstGeom prst="rect">
            <a:avLst/>
          </a:prstGeom>
          <a:solidFill>
            <a:srgbClr val="111A30"/>
          </a:solidFill>
          <a:ln w="15875">
            <a:solidFill>
              <a:srgbClr val="3DE8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084832"/>
            <a:ext cx="22402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22402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6243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MarginEngine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008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PolicyEngine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3924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Passport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7764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Service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508760"/>
            <a:ext cx="2606040" cy="3383280"/>
          </a:xfrm>
          <a:prstGeom prst="rect">
            <a:avLst/>
          </a:prstGeom>
          <a:solidFill>
            <a:srgbClr val="111A30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50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084832"/>
            <a:ext cx="22402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2402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243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 · SNS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008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Object Lock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3924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· CloudWatch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7764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69680" y="1508760"/>
            <a:ext cx="2606040" cy="3383280"/>
          </a:xfrm>
          <a:prstGeom prst="rect">
            <a:avLst/>
          </a:prstGeom>
          <a:solidFill>
            <a:srgbClr val="111A30"/>
          </a:solidFill>
          <a:ln w="15875">
            <a:solidFill>
              <a:srgbClr val="C7D2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52560" y="1691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50" kern="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52560" y="2084832"/>
            <a:ext cx="224028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52560" y="22402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262432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Console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30083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Replay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33924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Simulator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377647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Mode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12064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enforced at every layer above: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39496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fail-closed authorization · TOCTOU · idempotency · hash-chained audit · kill switch · human-in-the-loop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GOVERNANCE CONSOLE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53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financial decision is observable.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3DE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45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189280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0391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61%  ·  GATE 22%  ·  DENY 17%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645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5B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47872" y="189280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20391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→ policy eval → authorization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F055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1645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1072" y="189280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1072" y="20391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9/9 live attacks blocked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69680" y="150876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34272" y="164592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34272" y="189280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4272" y="203911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intact: true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20040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" y="344728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359359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AOV −12.4%   (directional)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06324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3DE8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47872" y="320040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47872" y="344728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47872" y="359359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— bounded autonomy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91072" y="320040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91072" y="344728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91072" y="359359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→ human resolution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69680" y="3063240"/>
            <a:ext cx="2606040" cy="1417320"/>
          </a:xfrm>
          <a:prstGeom prst="rect">
            <a:avLst/>
          </a:prstGeom>
          <a:solidFill>
            <a:srgbClr val="111A30"/>
          </a:solidFill>
          <a:ln w="15875">
            <a:solidFill>
              <a:srgbClr val="5B9B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34272" y="3200400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spc="100" kern="0" dirty="0">
                <a:solidFill>
                  <a:srgbClr val="5B9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34272" y="3447288"/>
            <a:ext cx="2276856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34272" y="359359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→ pending → approve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7091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operational pages. Every ALLOW, DENY, GATE, and UNKNOWN is inspectable.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agentic commerce needs an authorization layer.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F0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→ Payment API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600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8470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decides what it wants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0848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it can execute.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1600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0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ARBITER MODEL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→ Intent → Authorization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Execution → Evidence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solidFill>
            <a:srgbClr val="111A30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80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986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≠ Authority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2278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can request an action without possessing authority to execute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solidFill>
            <a:srgbClr val="111A30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41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8587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needs deterministic boundaries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187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policy should not be decided by probabilistic model output.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solidFill>
            <a:srgbClr val="111A30"/>
          </a:solidFill>
          <a:ln w="19050">
            <a:solidFill>
              <a:srgbClr val="3DE8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901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8188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systems need evidence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1480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should be explainable, replayable and auditable.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150" kern="0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make the AI trustworthy.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3D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bounded.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86000" y="2331720"/>
            <a:ext cx="758952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060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proposes.   Arbiter authorizes.   Razorpay executes.   Evidence proves.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83280"/>
            <a:ext cx="10881360" cy="86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51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authorization for autonomous AI commerce agents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4800600"/>
            <a:ext cx="7589520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074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github.com/saksham869/Arbiter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949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C8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AI Buildathon 2026  ·  Track 01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Satyam Mishra  ·  mishrasatyam3456@gmail.com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6446520"/>
            <a:ext cx="10908792" cy="0"/>
          </a:xfrm>
          <a:prstGeom prst="line">
            <a:avLst/>
          </a:prstGeom>
          <a:noFill/>
          <a:ln w="12700">
            <a:solidFill>
              <a:srgbClr val="2230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spc="100" kern="0" dirty="0">
                <a:solidFill>
                  <a:srgbClr val="4B5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0" y="653796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B58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2026-09-04T10:03:58Z</dcterms:created>
  <dcterms:modified xsi:type="dcterms:W3CDTF">2026-09-04T10:03:58Z</dcterms:modified>
</cp:coreProperties>
</file>